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CyberShield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Real-Time DDoS Threat Intelligence &amp; Monitoring Platform</a:t>
            </a:r>
          </a:p>
          <a:p/>
          <a:p>
            <a:r>
              <a:t>Presented by: M. Gopi</a:t>
            </a:r>
          </a:p>
          <a:p>
            <a:r>
              <a:t>Course / Department Name</a:t>
            </a:r>
          </a:p>
          <a:p>
            <a:r>
              <a:t>College Name</a:t>
            </a:r>
          </a:p>
          <a:p>
            <a:r>
              <a:t>Year: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Distributed Denial of Service (DDoS) attacks are increasing in scale and complexity.</a:t>
            </a:r>
          </a:p>
          <a:p>
            <a:r>
              <a:t>• Organizations lack real-time, visual tools to monitor incoming threat vectors globally.</a:t>
            </a:r>
          </a:p>
          <a:p>
            <a:r>
              <a:t>• Existing tools are often too complex, hard to interpret, or lack live visualization.</a:t>
            </a:r>
          </a:p>
          <a:p>
            <a:r>
              <a:t>• Delayed threat detection leads to severe network downtime and financial loss.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Visualize: Build an interactive 3D globe to map attack origins and targets in real-time.</a:t>
            </a:r>
          </a:p>
          <a:p>
            <a:r>
              <a:t>• Analyze: Implement an AI-driven threat scoring system to categorize attack severity (Low to Critical).</a:t>
            </a:r>
          </a:p>
          <a:p>
            <a:r>
              <a:t>• Monitor: Provide a live stream of incident logs via WebSockets for zero-latency monitoring.</a:t>
            </a:r>
          </a:p>
          <a:p>
            <a:r>
              <a:t>• Simplify: Create a seamless, single-pane-of-glass dashboard for Security Operations Center (SOC) analysts.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Interactive 3D Threat Map: Photorealistic globe with attack vectors and impact rings.</a:t>
            </a:r>
          </a:p>
          <a:p>
            <a:r>
              <a:t>• Real-Time Incident Feed: Live updating table of incoming attacks.</a:t>
            </a:r>
          </a:p>
          <a:p>
            <a:r>
              <a:t>• Automated Threat Categorization: Dynamic severity assignment based on packet rate and protocol.</a:t>
            </a:r>
          </a:p>
          <a:p>
            <a:r>
              <a:t>• Analytics Dashboard: Graphical breakdown of attack protocols and system mitigation rates.</a:t>
            </a:r>
          </a:p>
          <a:p>
            <a:r>
              <a:t>• Secure Authentication: Role-based access for SOC analysts.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Showcase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(Insert Screenshots Here)</a:t>
            </a:r>
          </a:p>
          <a:p/>
          <a:p>
            <a:r>
              <a:t>• Landing Page</a:t>
            </a:r>
          </a:p>
          <a:p>
            <a:r>
              <a:t>• Secure Login Portal</a:t>
            </a:r>
          </a:p>
          <a:p>
            <a:r>
              <a:t>• 3D Globe Dashboard (Main Command Center)</a:t>
            </a:r>
          </a:p>
          <a:p>
            <a:r>
              <a:t>• Dedicated Statistics Page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Frontend:</a:t>
            </a:r>
          </a:p>
          <a:p>
            <a:r>
              <a:t>• React 18, TypeScript, Vite, Tailwind CSS, globe.gl (Three.js), Framer Motion</a:t>
            </a:r>
          </a:p>
          <a:p/>
          <a:p>
            <a:r>
              <a:t>Backend:</a:t>
            </a:r>
          </a:p>
          <a:p>
            <a:r>
              <a:t>• Python 3, FastAPI, WebSockets, Uvicorn, Pydantic</a:t>
            </a:r>
          </a:p>
          <a:p/>
          <a:p>
            <a:r>
              <a:t>Deployment:</a:t>
            </a:r>
          </a:p>
          <a:p>
            <a:r>
              <a:t>• GitHub Pages (Client)</a:t>
            </a:r>
          </a:p>
          <a:p>
            <a:r>
              <a:t>• Render (API &amp; WebSocket Server)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[Client/Browser] &lt;--(WebSockets)--&gt; [FastAPI Backend]</a:t>
            </a:r>
          </a:p>
          <a:p>
            <a:r>
              <a:t>[FastAPI Backend] &lt;--(REST API)--&gt; [Authentication Module]</a:t>
            </a:r>
          </a:p>
          <a:p>
            <a:r>
              <a:t>[FastAPI Backend] &lt;--(Threat Simulator)--&gt; [Data Generator]</a:t>
            </a:r>
          </a:p>
          <a:p/>
          <a:p>
            <a:r>
              <a:t>• Client Tier: React SPA rendering 3D graphics and listening to WebSocket events.</a:t>
            </a:r>
          </a:p>
          <a:p>
            <a:r>
              <a:t>• API Tier: FastAPI handling JWT authentication and REST endpoints.</a:t>
            </a:r>
          </a:p>
          <a:p>
            <a:r>
              <a:t>• Stream Tier: Continuous WebSocket broadcasting of simulated intrusion events.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Development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Requirement Analysis: Identifying SOC needs and visualization requirements.</a:t>
            </a:r>
          </a:p>
          <a:p>
            <a:r>
              <a:t>2. Backend Architecture: Developing REST APIs and the WebSocket simulation engine.</a:t>
            </a:r>
          </a:p>
          <a:p>
            <a:r>
              <a:t>3. Frontend Integration: Building the React UI and integrating Three.js for the globe.</a:t>
            </a:r>
          </a:p>
          <a:p>
            <a:r>
              <a:t>4. Testing &amp; Deployment: Testing latency, ensuring responsiveness, and cloud deployment.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Achieved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Successfully simulated and visualized up to 100 concurrent attacks per second.</a:t>
            </a:r>
          </a:p>
          <a:p>
            <a:r>
              <a:t>• Sub-second latency between backend generation and frontend rendering.</a:t>
            </a:r>
          </a:p>
          <a:p>
            <a:r>
              <a:t>• Fully responsive design functioning across all modern browsers.</a:t>
            </a:r>
          </a:p>
          <a:p>
            <a:r>
              <a:t>• Real-time aggregation of statistics (Threat Index, Mitigation Rate).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Challenge: Managing high-frequency WebSocket updates without freezing the browser.</a:t>
            </a:r>
          </a:p>
          <a:p>
            <a:r>
              <a:t>• Solution: Implemented array slicing and efficient React state management to cap rendering limits.</a:t>
            </a:r>
          </a:p>
          <a:p/>
          <a:p>
            <a:r>
              <a:t>Challenge: Rendering a photorealistic 3D globe efficiently.</a:t>
            </a:r>
          </a:p>
          <a:p>
            <a:r>
              <a:t>• Solution: Utilized WebGL (via globe.gl) to offload rendering to the GPU.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Integration with real IDS/IPS systems (e.g., Snort, Suricata).</a:t>
            </a:r>
          </a:p>
          <a:p>
            <a:r>
              <a:t>• Machine Learning integration for predictive attack analysis.</a:t>
            </a:r>
          </a:p>
          <a:p>
            <a:r>
              <a:t>• Exportable PDF reports for compliance and auditing.</a:t>
            </a:r>
          </a:p>
          <a:p>
            <a:r>
              <a:t>• Multi-tenant architecture for Managed Security Service Providers (MSSPs).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Any Questions?</a:t>
            </a:r>
          </a:p>
          <a:p/>
          <a:p>
            <a:r>
              <a:t>Contact: [Your Email]</a:t>
            </a:r>
          </a:p>
          <a:p>
            <a:r>
              <a:t>GitHub: [Your GitHub Profile]</a:t>
            </a:r>
          </a:p>
          <a:p>
            <a:r>
              <a:t>Live Demo: [Your App URL]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